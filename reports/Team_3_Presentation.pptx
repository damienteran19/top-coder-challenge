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595F2-2B65-9642-01DB-EDB5710C7B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AE3587-E54D-B760-6EF7-F967BA9D2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B77D8-FA92-5A67-FE0E-E8A9EB656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767E-9015-43D3-BB0C-C8779E9E692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7A890-8387-2B8A-EECA-74BFEA46F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1D3BB-A3E3-34C2-9A88-80680185F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A865D-E532-434D-ABE4-5D25BA597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509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EB951-1F8F-EE5B-E238-CA600CD11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C109E-D127-8AD7-253C-FBC8B3593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ECB21-480B-8F7B-58AA-6B85951DC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767E-9015-43D3-BB0C-C8779E9E692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A493C-0883-3CB4-B67F-6CE828330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294A8-3347-2039-DEC1-7AADD3E65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A865D-E532-434D-ABE4-5D25BA597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103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1C11F-D39E-E096-B966-FE70BC900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08B595-70EE-8712-3117-13971A9AF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5FBB4-F06B-60F6-AE4B-C725EA184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767E-9015-43D3-BB0C-C8779E9E692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2FD9F-9A97-FA1D-B6F1-74C474AD7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A1240-53C4-F957-67EA-0D05809C2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A865D-E532-434D-ABE4-5D25BA597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697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34222-8A5E-B07D-FF1F-2F8CEFF8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C0CDB-3501-07F3-BA28-357C3D88C5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5225A4-606B-627E-319A-EAD3AA28BC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498CFD-CA1A-CC6E-E677-8C17BE5D4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767E-9015-43D3-BB0C-C8779E9E692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3B65E5-5605-6AF8-0DC1-7803AF65D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D49AAC-D28B-A36D-5025-1C5CD35C5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A865D-E532-434D-ABE4-5D25BA597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97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C7931-A538-1C6B-240A-E29B587B9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E0C8B-0E7B-4FAC-3D77-16B225DE4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BF97D-BDA3-92DB-0CFC-09D3060595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3A9EC1-2B6A-271B-5969-0C082F1D07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36C5E3-6FE5-88DB-A1E4-40EC1B061B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902A44-4870-F545-08BD-75CAD1DA8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767E-9015-43D3-BB0C-C8779E9E692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88D79B-A816-DA84-CAA3-CB5DA0678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4E01D5-5E76-E30B-389F-4B699D0DC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A865D-E532-434D-ABE4-5D25BA597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018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00681-B31E-71BC-9290-5719A3758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93DB7A-7D6D-4B49-0C1F-9D4DD5927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767E-9015-43D3-BB0C-C8779E9E692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DD6907-5586-B684-91B8-C8F1139EE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7D1196-B6F1-082C-057D-9F79D08DC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A865D-E532-434D-ABE4-5D25BA597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165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DE41F9-97B1-8FAD-8AA6-F13020151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767E-9015-43D3-BB0C-C8779E9E692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7089BE-D912-A23B-2890-F89BA94E5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E81588-5220-D21A-E6D4-CFFDFBD21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A865D-E532-434D-ABE4-5D25BA597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034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D4DE1-AFFB-BC12-D35E-D26ED4E66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2930B-5598-F7A1-F909-039AC8329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5DB0D0-03D9-DB2D-8FB1-9FE5E94DB9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C7390-ABA9-5256-DF74-CB89F7980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767E-9015-43D3-BB0C-C8779E9E692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11E3E3-4AEC-A914-8E1F-8D8BA7BF8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1CCB49-9548-406F-40AE-2DB3FA8F5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A865D-E532-434D-ABE4-5D25BA597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094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AD08-91B9-6E06-81BB-10FADA2C5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A0A039-2913-D6CB-3C21-ABBF59DF28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372F03-B31D-AE80-14DD-2FD1A545EA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F81D18-C9B4-B398-6611-58982F9C3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767E-9015-43D3-BB0C-C8779E9E692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FBF065-0DB8-5DB3-1198-7305D06EC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088298-8AE6-1E6A-C43D-8310A7238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A865D-E532-434D-ABE4-5D25BA597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29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F8098-1425-6CBB-0F47-F6C5B5365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34AE4-9E71-4E8B-9348-B482313E1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43F92-799E-7FBF-4B69-36BAD04FE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767E-9015-43D3-BB0C-C8779E9E692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10D87-C8BD-1A7D-965D-D70380737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5849F-D550-3015-67B7-74FBFB1A4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A865D-E532-434D-ABE4-5D25BA597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317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69BAD5-2661-93C2-A9A6-EF1A84E62D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EC94D9-E529-1C7F-C2E3-EC404176D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0D794-B935-BF38-FD1F-E810A483D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4767E-9015-43D3-BB0C-C8779E9E692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89576-0CBD-57F0-B96E-A3B78C795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5827E-76D9-3EAB-7A9B-32BCFBBBD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A865D-E532-434D-ABE4-5D25BA597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660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690B1-31E8-5700-C249-FD3BEEB41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C41D0-238C-CEA1-BDC8-89E53947B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9CC6F-75EC-6E53-D0FF-86EC38A65D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04767E-9015-43D3-BB0C-C8779E9E692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108F4-EBEE-7D66-B3CE-12B8FE6ADC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C9AE5-1F5A-8DE2-F2F7-C78BFCC2C2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6A865D-E532-434D-ABE4-5D25BA597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394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4DC3A-6B3A-6184-71C2-8E6CCBEC9A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Reimbursement Reverse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F93E10-745E-03B8-F31E-1298B4C859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From Damien Teran, Sidney Land, and Yasmine Scotland</a:t>
            </a:r>
          </a:p>
          <a:p>
            <a:r>
              <a:rPr lang="en-US" dirty="0"/>
              <a:t>12/8/25</a:t>
            </a:r>
          </a:p>
        </p:txBody>
      </p:sp>
    </p:spTree>
    <p:extLst>
      <p:ext uri="{BB962C8B-B14F-4D97-AF65-F5344CB8AC3E}">
        <p14:creationId xmlns:p14="http://schemas.microsoft.com/office/powerpoint/2010/main" val="2771343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AE137-FC70-858D-5959-325DEBEB4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F065A-0B52-44C7-5786-9D24D1AC8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195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75E36-D3F3-1588-917D-83C93DAD6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F2323-A395-2436-E858-876209854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956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5FB1D-8F0E-AD49-F8F0-AF94B9616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Insights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BC2126-748E-9FF7-026B-83472CD1F2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708" y="1157410"/>
            <a:ext cx="5801784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6985D0-D8F8-019D-54F6-14A3DCEBDC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7430" y="2944813"/>
            <a:ext cx="4191000" cy="349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269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13DC5-1363-F6E2-5B94-01598BA5E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D733E-7703-73B4-D4C6-4BE1802C0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405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806AB-7A7A-5181-0F80-54E1B19C1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2FF6F-A012-DBB3-C237-A1A81F4D8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016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12DA5-D64F-BDBD-D9AB-5DB3C3CA8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CD38B-127A-013D-ABF8-2021C9B06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068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D9A6B-DD14-9FF2-9319-D88C5EBE4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Logic Discovered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DFF29-5217-8E9A-B623-B264BE690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96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A9054-F01A-4CDF-E700-D2401ECEE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C5D22-3E27-1004-FA09-172C99B19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551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C256F-B76A-0461-31B9-125B19F90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40DC1-2632-BAB5-386C-7C3CF5AF7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918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33239-806C-DDA7-712E-DBF83B7AB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81BD8-234D-A283-62C2-2ABB5E103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72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34</Words>
  <Application>Microsoft Office PowerPoint</Application>
  <PresentationFormat>Widescreen</PresentationFormat>
  <Paragraphs>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Reimbursement Reverse Engineering</vt:lpstr>
      <vt:lpstr>Problem Statement</vt:lpstr>
      <vt:lpstr>Our Approach</vt:lpstr>
      <vt:lpstr>Data Insights</vt:lpstr>
      <vt:lpstr>Feature Engineering</vt:lpstr>
      <vt:lpstr>Model Development</vt:lpstr>
      <vt:lpstr>Results</vt:lpstr>
      <vt:lpstr>Business Logic Discovered</vt:lpstr>
      <vt:lpstr>Recommendations</vt:lpstr>
      <vt:lpstr>Conclusion &amp; Next Steps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Sidney Land</dc:creator>
  <cp:lastModifiedBy>Sidney Land</cp:lastModifiedBy>
  <cp:revision>2</cp:revision>
  <dcterms:created xsi:type="dcterms:W3CDTF">2025-12-03T19:23:55Z</dcterms:created>
  <dcterms:modified xsi:type="dcterms:W3CDTF">2025-12-03T19:44:19Z</dcterms:modified>
</cp:coreProperties>
</file>